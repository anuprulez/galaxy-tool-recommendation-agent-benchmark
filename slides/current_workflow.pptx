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build the query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The Codex agent (Jetstream/OpenAI LLM) generates science-first and tool-first variants per tutorial using a fixed template.</a:t>
            </a:r>
          </a:p>
          <a:p>
            <a:pPr/>
            <a:r>
              <a:t>- Each response lands in `tmp_stats/codex_quiers_batch*.jsonl` and later merges into `tmp_stats/codex_quiers_all.{jsonl,md}` (5,152 queries total).</a:t>
            </a:r>
          </a:p>
          <a:p>
            <a:pPr/>
            <a:r>
              <a:t>- Example for `topics/climate/tutorials/ocean-variables`: science-first `q011` and tool-first `q013` both expect `divand_full_analysis`.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We curate 449 tutorials (`data/tutorial_list.yaml`), but only convert those with real Galaxy tools (skip intros/interactive/meta-only tutorials).</a:t>
            </a:r>
          </a:p>
          <a:p>
            <a:pPr/>
            <a:r>
              <a:t>- 186 tutorials already have Codex queries; ~263 still await tool metadata before query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`scripts/generate_llm_predictions.py` loads `.env` via `python-dotenv`, reads the merged query list, and prompts an LLM with:</a:t>
            </a:r>
          </a:p>
          <a:p>
            <a:pPr/>
            <a:r>
              <a:t>• contextual hints (topic + dataset preview when available) and the candidate tool set pulled from the gold benchmark (`data/benchmark/v1_items.jsonl`).</a:t>
            </a:r>
          </a:p>
          <a:p>
            <a:pPr/>
            <a:r>
              <a:t>• explicit instructions to output JSON `{"predictions": [...]}`.</a:t>
            </a:r>
          </a:p>
          <a:p>
            <a:pPr/>
            <a:r>
              <a:t>- Defaults: `gpt-4o-mini` via `https://api.openai.com/v1/chat/completions`; outputs land in `tmp_stats/codex_predictions_sample.jsonl`.</a:t>
            </a:r>
          </a:p>
          <a:p>
            <a:pPr/>
            <a:r>
              <a:t>- Configs: `--top-k`, `--model`, `--delay`, `--max-queries`, `--skip-existing`, `--api-url`, `--output`.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```</a:t>
            </a:r>
          </a:p>
          <a:p>
            <a:pPr/>
            <a:r>
              <a:t>╔════════════════════════════════════════╗</a:t>
            </a:r>
          </a:p>
          <a:p>
            <a:pPr/>
            <a:r>
              <a:t>║ Prediction agent flow                   ║</a:t>
            </a:r>
          </a:p>
          <a:p>
            <a:pPr/>
            <a:r>
              <a:t>║ Inputs → agent(LLM) → Outputs           ║</a:t>
            </a:r>
          </a:p>
          <a:p>
            <a:pPr/>
            <a:r>
              <a:t>╠════════════════════════════════════════╣</a:t>
            </a:r>
          </a:p>
          <a:p>
            <a:pPr/>
            <a:r>
              <a:t>║ Inputs:                                 ║</a:t>
            </a:r>
          </a:p>
          <a:p>
            <a:pPr/>
            <a:r>
              <a:t>║  • Codex query + topic/dataset hint     ║</a:t>
            </a:r>
          </a:p>
          <a:p>
            <a:pPr/>
            <a:r>
              <a:t>║  • Candidate tools from the gold file   ║</a:t>
            </a:r>
          </a:p>
          <a:p>
            <a:pPr/>
            <a:r>
              <a:t>║  • API key/model/delay params            ║</a:t>
            </a:r>
          </a:p>
          <a:p>
            <a:pPr/>
            <a:r>
              <a:t>╠════════════════════════════════════════╣</a:t>
            </a:r>
          </a:p>
          <a:p>
            <a:pPr/>
            <a:r>
              <a:t>║ Process: send prompt to the LLM         ║</a:t>
            </a:r>
          </a:p>
          <a:p>
            <a:pPr/>
            <a:r>
              <a:t>║ Outputs: JSONL predictions + logging    ║</a:t>
            </a:r>
          </a:p>
          <a:p>
            <a:pPr/>
            <a:r>
              <a:t>╚════════════════════════════════════════╝</a:t>
            </a:r>
          </a:p>
          <a:p>
            <a:pPr/>
            <a:r>
              <a:t>```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Gold refers to `data/benchmark/v1_items.jsonl`, our authoritative benchmark listing the true tools per tutorial; both the prompt’s candidate set and the evaluator rely on it.</a:t>
            </a:r>
          </a:p>
          <a:p>
            <a:pPr/>
            <a:r>
              <a:t>- Run `scripts/evaluate_recommendations.py` + `--normalize-tools` with cutoffs `k=1,3,5,10`.</a:t>
            </a:r>
          </a:p>
          <a:p>
            <a:pPr/>
            <a:r>
              <a:t>- Latest 100-query snapshot (see `eval_results.md`): Hit@1=0.84, Hit@3/5=0.95, Hit@10=0.96.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Finish generating queries for the remaining ~263 tutorials when their tool metadata is available.</a:t>
            </a:r>
          </a:p>
          <a:p>
            <a:pPr/>
            <a:r>
              <a:t>- Current accuracy is inflated because each tutorial’s candidate set is tiny; we plan to maintain a topic/tag → tool catalog to give the agent a richer pool before ranking, so future slides/reporting will reflect more realistic scores.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